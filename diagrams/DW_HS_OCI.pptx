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(list)</c:v>
                </c:pt>
              </c:strCache>
            </c:strRef>
          </c:tx>
          <c:spPr>
            <a:solidFill>
              <a:srgbClr val="5B3A8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A10.2 × 2 (VM)</c:v>
                  </c:pt>
                  <c:pt idx="1">
                    <c:v>RTX PRO × 1 (BM)</c:v>
                  </c:pt>
                  <c:pt idx="2">
                    <c:v>RTX PRO × 2 (BM)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118344</c:v>
                </c:pt>
                <c:pt idx="1">
                  <c:v>363624</c:v>
                </c:pt>
                <c:pt idx="2">
                  <c:v>678984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with ULA</c:v>
                </c:pt>
              </c:strCache>
            </c:strRef>
          </c:tx>
          <c:spPr>
            <a:solidFill>
              <a:srgbClr val="2C7A4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4A55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A10.2 × 2 (VM)</c:v>
                  </c:pt>
                  <c:pt idx="1">
                    <c:v>RTX PRO × 1 (BM)</c:v>
                  </c:pt>
                  <c:pt idx="2">
                    <c:v>RTX PRO × 2 (BM)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76924</c:v>
                </c:pt>
                <c:pt idx="1">
                  <c:v>236356</c:v>
                </c:pt>
                <c:pt idx="2">
                  <c:v>441340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4A556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60000"/>
        </c:scaling>
        <c:delete val="0"/>
        <c:axPos val="l"/>
        <c:majorGridlines>
          <c:spPr>
            <a:ln w="12700" cap="flat">
              <a:solidFill>
                <a:srgbClr val="EDF1F7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constraint: HyperScience runs on its own dedicated GPU instance and does not share the OKE cluster with DataWalk.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governing constraint. A consolidated shared cluster is not an option under consideration.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footprint measured from the customer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Sourced from Oracle GA announcement: RTX PRO is a bare metal class on OCI. Azure and Google offer RTX PRO VMs; OCI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DataWalk cost is fixed. HyperScience GPU choice swings the total by more than half a million dollars annually.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starting configuration. GPU tier is the one decision to revisit after vendor sizing.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DataWalk migrates first — it has a published Kubernetes specification, lowering conversion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HyperScience GPU sizing is the dominant open item — it drives the budget more than any other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recommendation and the four immediate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5852160" cy="5852160"/>
          </a:xfrm>
          <a:prstGeom prst="roundRect">
            <a:avLst>
              <a:gd name="adj" fmla="val 781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9224F"/>
          </a:solidFill>
          <a:ln w="12700">
            <a:solidFill>
              <a:srgbClr val="192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81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 PROPOSAL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DataWalk &amp; HyperScience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Oracle Cloud Infrastructure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runtimes by design — DataWalk on OKE, HyperScience on dedicated GPU infrastructure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617720"/>
            <a:ext cx="4892040" cy="475488"/>
          </a:xfrm>
          <a:prstGeom prst="roundRect">
            <a:avLst>
              <a:gd name="adj" fmla="val 50000"/>
            </a:avLst>
          </a:prstGeom>
          <a:solidFill>
            <a:srgbClr val="2A3570"/>
          </a:solidFill>
          <a:ln w="12700">
            <a:solidFill>
              <a:srgbClr val="3A48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617720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OC2 Realm  ·  FedRAMP High  ·  DISA IL4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97880" y="46177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Gov East (Ashburn)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applications, two isolated runtimes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DataWalk and HyperScience do not share infrastructure. DataWalk runs exclusively on managed Kubernetes; HyperScience runs on its own dedicated GPU instance outside the cluster.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DataWalk  —  OKE only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7614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20240" y="27614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Container Engine for Kubernetes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3209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20240" y="320954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VM.Standard3.Flex worker pools · CPU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36576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36576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OCPU · 581 GB RAM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410565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920240" y="41056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Volume PVCs · 11.4 TB graph store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45537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workload is CPU-bound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2011680"/>
            <a:ext cx="54406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5B3A8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201168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5B3A87"/>
          </a:solidFill>
          <a:ln w="12700">
            <a:solidFill>
              <a:srgbClr val="5B3A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0116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HyperScience  —  dedicated GPU instance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64808" y="27614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43800" y="27614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GPU compute — not Kubernetes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64808" y="3209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43800" y="320954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instance; no shared cluster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64808" y="36576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43800" y="36576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+ CPU + RAM + local NVMe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64808" y="410565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43800" y="41056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Volume · 3.6 TB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64808" y="45537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43800" y="45537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document processing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DF2F0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257800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cannot share: 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HyperScience requires dedicated GPU hardware with its own isolation boundary. Co-tenanting it on the DataWalk cluster is excluded by design, not by cost.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on-premises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applications run as containers orchestrated by Docker Swarm across 18 virtual machines. No GPU is present in the current estate.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583680" cy="3291840"/>
          </a:xfrm>
          <a:prstGeom prst="roundRect">
            <a:avLst>
              <a:gd name="adj" fmla="val 1667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6126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777240"/>
                <a:gridCol w="105156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DataWalk —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 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DataWalk —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DataWalk —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HyperScience —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HyperScience —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965960"/>
            <a:ext cx="4206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2194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99248" y="2670048"/>
            <a:ext cx="237744" cy="23774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65008" y="259689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over-provisioning — most servers use a fraction of allocated memory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99248" y="3291840"/>
            <a:ext cx="237744" cy="23774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65008" y="32186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constructs must be rebuilt as Kubernetes objects for DataWalk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99248" y="3913632"/>
            <a:ext cx="237744" cy="23774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65008" y="38404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Kubernetes experience in-house — first K8s deployment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99248" y="4535424"/>
            <a:ext cx="237744" cy="23774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65008" y="44622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is a new requirement for HyperScience, not present today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cores  ·  786 GB RAM  ·  ~15 TB provisioned across 18 servers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HYPERSCIENCE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RTX PRO on OCI is bare metal only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offers the same RTX PRO 6000 Blackwell silicon as the on-premises specification — but exclusively as an eight-GPU bare-metal shape. There is no RTX PRO virtual machine on OCI.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03120"/>
                <a:gridCol w="2468880"/>
                <a:gridCol w="237744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/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8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VM.GPU.A10.2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A10 (48 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OCPU / 480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VM.GPU.A10.1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A10 (24 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OCPU / 240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BM.GPU.L40S.4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metal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L40S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metal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$13,578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BM.GPU.RTXPRO.8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metal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× RTX PRO 6000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144-core Xeon 6 / 3 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DF2F0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864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RTX virtual machine option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513892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on OCI ships only as BM.GPU.RTXPRO.8 — eight GPUs, four times the on-premises quantity, at $26,280 per month per node.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470916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EFF7F1"/>
          </a:solidFill>
          <a:ln w="12700">
            <a:solidFill>
              <a:srgbClr val="2C7A4B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4864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VM alternative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46520" y="513892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VM.GPU.A10.2 gives HyperScience its own isolated GPU instance at 2 GPUs — matching the on-premises quantity at a fraction of the cost.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GPU decision drives the entire budget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0020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66760" y="1828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across all options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6676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DataWalk on OKE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66760" y="25420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$38,312 per year — CPU-only worker pools and storage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6676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66760" y="35935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$6,084 per year — load balancers and FastConnect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366760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HyperScience GPU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66760" y="46451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$74K to $635K per year depending on shape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6676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 shape is the single largest cost variable in the entire estate.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Dedicated infrastructure, right-sized GPU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HyperScience on a dedicated VM.GPU.A10.2 instance sized to measured document throughput. Move to RTX PRO bare metal only if the vendor confirms the workload requires it.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DataWalk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OKE (Kubernetes)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3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GPU instance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VM.Standard3.Flex pools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3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VM.GPU.A10.2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 OCPU · 581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3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A10 · 30 OCPU · 480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 · Dev ·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3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 ·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Volume · 11.4 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3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Volume · 3.6 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TB live + backup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3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TB documents + backup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(list)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3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$73,942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4864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estate: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$118,344 per year at list price, or approximately $76,900 with a 35% ULA discount applied.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dev before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 the Oracle Cloud Adoption Framework. Each phase carries explicit exit criteria before the next begins.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01952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44752" y="19202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192024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drivers, success criteria, and that the ULA covers OC2 consumption.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0662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44752" y="27249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&amp; Plan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27249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mapping, DataWalk Kubernetes artifacts, HyperScience GPU sizing from the vendor.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11296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44752" y="35295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3529584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zone, networking and FastConnect, OKE cluster, dedicated GPU instance, Vault, observability.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15968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15968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44752" y="4334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43342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Swarm definitions for DataWalk. Dev first, then production. HyperScience deployed to its own instance.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206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44752" y="5138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94760" y="513892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Day-two operations, right-sizing from real utilization, cost governance, continuous monitoring.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OPEN ITEMS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be resolved before execution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4904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HyperScience GPU sizing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86200" y="149047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confirmation determines A10 versus RTX PRO — a swing of more than $500K per year.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378440" y="163677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DF2F0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78440" y="16367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24048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Kubernetes deployment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240487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OKE removes control-plane operations; migrate DataWalk dev before production.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378440" y="255117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DF2F0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78440" y="25511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33192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DataWalk Kubernetes artifacts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0" y="331927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Helm charts or manifests exist for the target version.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378440" y="346557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DF2F0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78440" y="34655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42336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capacity in OC2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86200" y="423367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bare-metal RTX PRO availability in the government region, not just commercial.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378440" y="437997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DF8E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78440" y="43799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4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" y="5148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 coverage of OC2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86200" y="514807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commitment applies to government-region consumption.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378440" y="529437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DF8E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78440" y="52943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6035040" cy="6035040"/>
          </a:xfrm>
          <a:prstGeom prst="ellipse">
            <a:avLst/>
          </a:prstGeom>
          <a:solidFill>
            <a:srgbClr val="19224F"/>
          </a:solidFill>
          <a:ln w="12700">
            <a:solidFill>
              <a:srgbClr val="192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2070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runtimes, right-sized GPU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0299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DataWalk on OKE. HyperScience on its own dedicated GPU instance. Both in OC2 Ashburn.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232C5E"/>
          </a:solidFill>
          <a:ln w="12700">
            <a:solidFill>
              <a:srgbClr val="323C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0779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3584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at list price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232C5E"/>
          </a:solidFill>
          <a:ln w="12700">
            <a:solidFill>
              <a:srgbClr val="323C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90779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43400" y="3584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35% ULA discount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09560" y="274320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232C5E"/>
          </a:solidFill>
          <a:ln w="12700">
            <a:solidFill>
              <a:srgbClr val="323C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90779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909560" y="3584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capital outlay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882896"/>
            <a:ext cx="201168" cy="20116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4828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HyperScience GPU throughput requirement from the vendor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358384"/>
            <a:ext cx="201168" cy="20116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6424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RTX PRO bare-metal availability in OC2 if that tier is required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882896"/>
            <a:ext cx="201168" cy="20116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4828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DataWalk Kubernetes deployment artifacts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5358384"/>
            <a:ext cx="201168" cy="20116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DataWalk dev cluster as the migration pilot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DataWalk &amp; HyperScience on OCI</dc:title>
  <dc:subject>PptxGenJS Presentation</dc:subject>
  <dc:creator>Cloud Architecture</dc:creator>
  <cp:lastModifiedBy>Cloud Architecture</cp:lastModifiedBy>
  <cp:revision>1</cp:revision>
  <dcterms:created xsi:type="dcterms:W3CDTF">2026-07-27T10:42:12Z</dcterms:created>
  <dcterms:modified xsi:type="dcterms:W3CDTF">2026-07-27T10:42:12Z</dcterms:modified>
</cp:coreProperties>
</file>